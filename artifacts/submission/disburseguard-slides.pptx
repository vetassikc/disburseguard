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86032" cy="6355080"/>
          </a:xfrm>
          <a:prstGeom prst="rect">
            <a:avLst/>
          </a:prstGeom>
          <a:solidFill>
            <a:srgbClr val="12140F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2179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B98B"/>
                </a:solidFill>
              </a:rPr>
              <a:t>01 / THESIS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608076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7F3E8"/>
                </a:solidFill>
              </a:rPr>
              <a:t>No proof. No payout.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94360" y="2615184"/>
            <a:ext cx="565099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AA79D"/>
                </a:solidFill>
              </a:rPr>
              <a:t>DisburseGuard is a proof-paid treasury firewall for AI payout agents. The agent must buy, verify, sign, and ledger proof before company money can move.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03504" y="4251960"/>
            <a:ext cx="2788920" cy="1298448"/>
          </a:xfrm>
          <a:prstGeom prst="rect">
            <a:avLst/>
          </a:prstGeom>
          <a:solidFill>
            <a:srgbClr val="18231B"/>
          </a:solidFill>
          <a:ln w="16510">
            <a:solidFill>
              <a:srgbClr val="8BD8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434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7F3E8"/>
                </a:solidFill>
              </a:rPr>
              <a:t>$0.39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41248" y="4956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AA79D"/>
                </a:solidFill>
              </a:rPr>
              <a:t>proof spend controls $50K in capital exposure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22592" y="713232"/>
            <a:ext cx="4434840" cy="5230368"/>
          </a:xfrm>
          <a:prstGeom prst="rect">
            <a:avLst/>
          </a:prstGeom>
          <a:solidFill>
            <a:srgbClr val="20231D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70064" y="1143000"/>
            <a:ext cx="3703320" cy="4069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x402-style proof gates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Gemini extraction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Vultr Postgres ledger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43616" y="6236208"/>
            <a:ext cx="685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98B"/>
                </a:solidFill>
              </a:rPr>
              <a:t>1 / 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86032" cy="6355080"/>
          </a:xfrm>
          <a:prstGeom prst="rect">
            <a:avLst/>
          </a:prstGeom>
          <a:solidFill>
            <a:srgbClr val="12140F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2179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B98B"/>
                </a:solidFill>
              </a:rPr>
              <a:t>02 / WHY NOW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608076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7F3E8"/>
                </a:solidFill>
              </a:rPr>
              <a:t>AI agents are crossing from advice into authorization.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94360" y="2615184"/>
            <a:ext cx="565099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AA79D"/>
                </a:solidFill>
              </a:rPr>
              <a:t>Summaries are not proof. A payout agent needs a pre-payout enforcement layer, not another dashboard after the money is gone.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03504" y="4251960"/>
            <a:ext cx="2788920" cy="1298448"/>
          </a:xfrm>
          <a:prstGeom prst="rect">
            <a:avLst/>
          </a:prstGeom>
          <a:solidFill>
            <a:srgbClr val="18231B"/>
          </a:solidFill>
          <a:ln w="16510">
            <a:solidFill>
              <a:srgbClr val="8BD8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434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7F3E8"/>
                </a:solidFill>
              </a:rPr>
              <a:t>$75K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41248" y="4956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AA79D"/>
                </a:solidFill>
              </a:rPr>
              <a:t>sample payout request held before release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22592" y="713232"/>
            <a:ext cx="4434840" cy="5230368"/>
          </a:xfrm>
          <a:prstGeom prst="rect">
            <a:avLst/>
          </a:prstGeom>
          <a:solidFill>
            <a:srgbClr val="20231D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70064" y="1143000"/>
            <a:ext cx="3703320" cy="4069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Risk appears before audit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Human queues do not scale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Treasury needs machine-verifiable clearance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43616" y="6236208"/>
            <a:ext cx="685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98B"/>
                </a:solidFill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86032" cy="6355080"/>
          </a:xfrm>
          <a:prstGeom prst="rect">
            <a:avLst/>
          </a:prstGeom>
          <a:solidFill>
            <a:srgbClr val="12140F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2179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B98B"/>
                </a:solidFill>
              </a:rPr>
              <a:t>03 / PAID PROOF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608076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7F3E8"/>
                </a:solidFill>
              </a:rPr>
              <a:t>Evidence is protected by payment, not trust.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94360" y="2615184"/>
            <a:ext cx="565099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AA79D"/>
                </a:solidFill>
              </a:rPr>
              <a:t>Proof endpoints return HTTP 402 until the agent pays. Only paid receipts can enter the treasury policy decision.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03504" y="4251960"/>
            <a:ext cx="2788920" cy="1298448"/>
          </a:xfrm>
          <a:prstGeom prst="rect">
            <a:avLst/>
          </a:prstGeom>
          <a:solidFill>
            <a:srgbClr val="1D1618"/>
          </a:solidFill>
          <a:ln w="16510">
            <a:solidFill>
              <a:srgbClr val="F08B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434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7F3E8"/>
                </a:solidFill>
              </a:rPr>
              <a:t>402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41248" y="4956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AA79D"/>
                </a:solidFill>
              </a:rPr>
              <a:t>payment required before proof access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22592" y="713232"/>
            <a:ext cx="4434840" cy="5230368"/>
          </a:xfrm>
          <a:prstGeom prst="rect">
            <a:avLst/>
          </a:prstGeom>
          <a:solidFill>
            <a:srgbClr val="20231D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70064" y="1143000"/>
            <a:ext cx="3703320" cy="4069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vendor-risk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recipient-match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sanctions-screen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delivery-attestation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43616" y="6236208"/>
            <a:ext cx="685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98B"/>
                </a:solidFill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86032" cy="6355080"/>
          </a:xfrm>
          <a:prstGeom prst="rect">
            <a:avLst/>
          </a:prstGeom>
          <a:solidFill>
            <a:srgbClr val="12140F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2179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B98B"/>
                </a:solidFill>
              </a:rPr>
              <a:t>04 / AGENT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608076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7F3E8"/>
                </a:solidFill>
              </a:rPr>
              <a:t>The product is an acting agent, not a passive dashboard.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94360" y="2615184"/>
            <a:ext cx="565099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AA79D"/>
                </a:solidFill>
              </a:rPr>
              <a:t>Intake Agent extracts context, Proof Agent creates the plan, Payment Agent buys receipts, Policy Guard decides, and Audit Agent signs the packet.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03504" y="4251960"/>
            <a:ext cx="2788920" cy="1298448"/>
          </a:xfrm>
          <a:prstGeom prst="rect">
            <a:avLst/>
          </a:prstGeom>
          <a:solidFill>
            <a:srgbClr val="18231B"/>
          </a:solidFill>
          <a:ln w="16510">
            <a:solidFill>
              <a:srgbClr val="8BD8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434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7F3E8"/>
                </a:solidFill>
              </a:rPr>
              <a:t>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41248" y="4956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AA79D"/>
                </a:solidFill>
              </a:rPr>
              <a:t>agents in one clearance loop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22592" y="713232"/>
            <a:ext cx="4434840" cy="5230368"/>
          </a:xfrm>
          <a:prstGeom prst="rect">
            <a:avLst/>
          </a:prstGeom>
          <a:solidFill>
            <a:srgbClr val="20231D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70064" y="1143000"/>
            <a:ext cx="3703320" cy="4069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Payout intent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Proof plan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Paid receipts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Policy outcome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Signed packet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43616" y="6236208"/>
            <a:ext cx="685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98B"/>
                </a:solidFill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86032" cy="6355080"/>
          </a:xfrm>
          <a:prstGeom prst="rect">
            <a:avLst/>
          </a:prstGeom>
          <a:solidFill>
            <a:srgbClr val="12140F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2179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B98B"/>
                </a:solidFill>
              </a:rPr>
              <a:t>05 / TREASURY DECISION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608076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7F3E8"/>
                </a:solidFill>
              </a:rPr>
              <a:t>Proof quality directly controls how much capital can move.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94360" y="2615184"/>
            <a:ext cx="565099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AA79D"/>
                </a:solidFill>
              </a:rPr>
              <a:t>In the live scenario, DisburseGuard limits a $75,000 payout to $25,000 and keeps $50,000 controlled until better proof arrives.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03504" y="4251960"/>
            <a:ext cx="2788920" cy="1298448"/>
          </a:xfrm>
          <a:prstGeom prst="rect">
            <a:avLst/>
          </a:prstGeom>
          <a:solidFill>
            <a:srgbClr val="18231B"/>
          </a:solidFill>
          <a:ln w="16510">
            <a:solidFill>
              <a:srgbClr val="8BD8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434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7F3E8"/>
                </a:solidFill>
              </a:rPr>
              <a:t>$25K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41248" y="4956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AA79D"/>
                </a:solidFill>
              </a:rPr>
              <a:t>authorized from a $75K request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22592" y="713232"/>
            <a:ext cx="4434840" cy="5230368"/>
          </a:xfrm>
          <a:prstGeom prst="rect">
            <a:avLst/>
          </a:prstGeom>
          <a:solidFill>
            <a:srgbClr val="20231D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70064" y="1143000"/>
            <a:ext cx="3703320" cy="4069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CLEAR: verified release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LIMIT: capped payout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REVIEW: human queue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BLOCK: hard stop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43616" y="6236208"/>
            <a:ext cx="685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98B"/>
                </a:solidFill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86032" cy="6355080"/>
          </a:xfrm>
          <a:prstGeom prst="rect">
            <a:avLst/>
          </a:prstGeom>
          <a:solidFill>
            <a:srgbClr val="12140F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2179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B98B"/>
                </a:solidFill>
              </a:rPr>
              <a:t>06 / VERIFICATION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608076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7F3E8"/>
                </a:solidFill>
              </a:rPr>
              <a:t>Every clearance becomes independently verifiable.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94360" y="2615184"/>
            <a:ext cx="565099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AA79D"/>
                </a:solidFill>
              </a:rPr>
              <a:t>The ClearancePacket contains proof hashes, policy version, expiry, rationale, public key, and signature. The ledger chains every event hash.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03504" y="4251960"/>
            <a:ext cx="2788920" cy="1298448"/>
          </a:xfrm>
          <a:prstGeom prst="rect">
            <a:avLst/>
          </a:prstGeom>
          <a:solidFill>
            <a:srgbClr val="18231B"/>
          </a:solidFill>
          <a:ln w="16510">
            <a:solidFill>
              <a:srgbClr val="8BD8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434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7F3E8"/>
                </a:solidFill>
              </a:rPr>
              <a:t>valid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41248" y="4956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AA79D"/>
                </a:solidFill>
              </a:rPr>
              <a:t>packet signature and event chain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22592" y="713232"/>
            <a:ext cx="4434840" cy="5230368"/>
          </a:xfrm>
          <a:prstGeom prst="rect">
            <a:avLst/>
          </a:prstGeom>
          <a:solidFill>
            <a:srgbClr val="20231D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70064" y="1143000"/>
            <a:ext cx="3703320" cy="4069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production-key signature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append-only event hashes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/api/clearance/:id/verify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43616" y="6236208"/>
            <a:ext cx="685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98B"/>
                </a:solidFill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86032" cy="6355080"/>
          </a:xfrm>
          <a:prstGeom prst="rect">
            <a:avLst/>
          </a:prstGeom>
          <a:solidFill>
            <a:srgbClr val="12140F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2179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B98B"/>
                </a:solidFill>
              </a:rPr>
              <a:t>07 / WHY IT WINS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608076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7F3E8"/>
                </a:solidFill>
              </a:rPr>
              <a:t>A protocol-shaped product for autonomous finance.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94360" y="2615184"/>
            <a:ext cx="565099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AA79D"/>
                </a:solidFill>
              </a:rPr>
              <a:t>DisburseGuard aligns directly with x402 payments, Gemini, Vultr, B2B FinOps, compliance, and agentic workflows.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03504" y="4251960"/>
            <a:ext cx="2788920" cy="1298448"/>
          </a:xfrm>
          <a:prstGeom prst="rect">
            <a:avLst/>
          </a:prstGeom>
          <a:solidFill>
            <a:srgbClr val="18231B"/>
          </a:solidFill>
          <a:ln w="16510">
            <a:solidFill>
              <a:srgbClr val="8BD8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434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7F3E8"/>
                </a:solidFill>
              </a:rPr>
              <a:t>live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41248" y="4956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AA79D"/>
                </a:solidFill>
              </a:rPr>
              <a:t>public Vultr deployment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22592" y="713232"/>
            <a:ext cx="4434840" cy="5230368"/>
          </a:xfrm>
          <a:prstGeom prst="rect">
            <a:avLst/>
          </a:prstGeom>
          <a:solidFill>
            <a:srgbClr val="20231D"/>
          </a:solidFill>
          <a:ln w="12700">
            <a:solidFill>
              <a:srgbClr val="3A3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70064" y="1143000"/>
            <a:ext cx="3703320" cy="4069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x402: paid proof primitive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Gemini: extraction agent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Vultr: deployed ledger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7F3E8"/>
                </a:solidFill>
              </a:rPr>
              <a:t>• FinOps: payout control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43616" y="6236208"/>
            <a:ext cx="685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98B"/>
                </a:solidFill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DisburseGuard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DisburseGuard</dc:title>
  <dc:subject>AI Agent Olympics submission deck</dc:subject>
  <dc:creator>DisburseGuard</dc:creator>
  <cp:lastModifiedBy>DisburseGuard</cp:lastModifiedBy>
  <cp:revision>1</cp:revision>
  <dcterms:created xsi:type="dcterms:W3CDTF">2026-05-19T08:32:16Z</dcterms:created>
  <dcterms:modified xsi:type="dcterms:W3CDTF">2026-05-19T08:32:16Z</dcterms:modified>
</cp:coreProperties>
</file>