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vitaliiradionov/Code/disburseguard/artifacts/submission/disburseguard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5992" cy="6035040"/>
          </a:xfrm>
          <a:prstGeom prst="rect">
            <a:avLst>
              <a:gd name="adj" fmla="val 2727"/>
            </a:avLst>
          </a:prstGeom>
          <a:solidFill>
            <a:srgbClr val="FFFBF2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77724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C7A"/>
                </a:solidFill>
              </a:rPr>
              <a:t>02 / THE GAP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" y="1115568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</a:rPr>
              <a:t>Dashboards explain risk after money already left.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" y="2596896"/>
            <a:ext cx="5257800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Autonomous finance needs enforcement before payout, not a prettier audit view after the agent has acted.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4672" y="4315968"/>
            <a:ext cx="2971800" cy="1078992"/>
          </a:xfrm>
          <a:prstGeom prst="roundRect">
            <a:avLst>
              <a:gd name="adj" fmla="val 1525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4489704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before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4928616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BEAFE"/>
                </a:solidFill>
              </a:rPr>
              <a:t>control moves in front of the payout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629400" y="932688"/>
            <a:ext cx="4389120" cy="455371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22592" y="1426464"/>
            <a:ext cx="3657600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Agent summaries are not evidence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Human queues do not scale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Treasury needs machine-verifiable proof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49440" y="5157216"/>
            <a:ext cx="3520440" cy="0"/>
          </a:xfrm>
          <a:prstGeom prst="line">
            <a:avLst/>
          </a:prstGeom>
          <a:noFill/>
          <a:ln w="38100">
            <a:solidFill>
              <a:srgbClr val="FF5C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78440" y="6080760"/>
            <a:ext cx="4389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2 / 7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5992" cy="6035040"/>
          </a:xfrm>
          <a:prstGeom prst="rect">
            <a:avLst>
              <a:gd name="adj" fmla="val 2727"/>
            </a:avLst>
          </a:prstGeom>
          <a:solidFill>
            <a:srgbClr val="FFFBF2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77724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</a:rPr>
              <a:t>03 / PAID PROOF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" y="1115568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</a:rPr>
              <a:t>Evidence is a paid gate, not a trusted checkbox.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" y="2596896"/>
            <a:ext cx="5257800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Protected proof endpoints deny access with HTTP 402. The Payment Agent must create receipts before evidence can influence the treasury decision.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4672" y="4315968"/>
            <a:ext cx="2971800" cy="1078992"/>
          </a:xfrm>
          <a:prstGeom prst="roundRect">
            <a:avLst>
              <a:gd name="adj" fmla="val 1525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4489704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402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4928616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BEAFE"/>
                </a:solidFill>
              </a:rPr>
              <a:t>payment required before proof access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629400" y="932688"/>
            <a:ext cx="4389120" cy="455371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22592" y="1426464"/>
            <a:ext cx="3657600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vendor-risk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recipient-match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sanctions-screen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delivery-attestation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49440" y="5157216"/>
            <a:ext cx="3520440" cy="0"/>
          </a:xfrm>
          <a:prstGeom prst="line">
            <a:avLst/>
          </a:prstGeom>
          <a:noFill/>
          <a:ln w="381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78440" y="6080760"/>
            <a:ext cx="4389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3 / 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5992" cy="6035040"/>
          </a:xfrm>
          <a:prstGeom prst="rect">
            <a:avLst>
              <a:gd name="adj" fmla="val 2727"/>
            </a:avLst>
          </a:prstGeom>
          <a:solidFill>
            <a:srgbClr val="FFFBF2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77724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4AFF"/>
                </a:solidFill>
              </a:rPr>
              <a:t>04 / AGENT LOOP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" y="1115568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</a:rPr>
              <a:t>The demo acts through a full clearance chain.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" y="2596896"/>
            <a:ext cx="5257800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Intake Agent, Proof Agent, Payment Agent, Policy Guard, and Audit Agent complete one verifiable payout loop instead of only displaying status.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4672" y="4315968"/>
            <a:ext cx="2971800" cy="1078992"/>
          </a:xfrm>
          <a:prstGeom prst="roundRect">
            <a:avLst>
              <a:gd name="adj" fmla="val 1525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4489704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5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4928616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BEAFE"/>
                </a:solidFill>
              </a:rPr>
              <a:t>agents in the clearance loop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629400" y="932688"/>
            <a:ext cx="4389120" cy="455371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22592" y="1426464"/>
            <a:ext cx="3657600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Extract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Plan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Pay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Decide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Sign and ledger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49440" y="5157216"/>
            <a:ext cx="3520440" cy="0"/>
          </a:xfrm>
          <a:prstGeom prst="line">
            <a:avLst/>
          </a:prstGeom>
          <a:noFill/>
          <a:ln w="38100">
            <a:solidFill>
              <a:srgbClr val="6D4A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78440" y="6080760"/>
            <a:ext cx="4389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4 / 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5992" cy="6035040"/>
          </a:xfrm>
          <a:prstGeom prst="rect">
            <a:avLst>
              <a:gd name="adj" fmla="val 2727"/>
            </a:avLst>
          </a:prstGeom>
          <a:solidFill>
            <a:srgbClr val="FFFBF2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77724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6C78A"/>
                </a:solidFill>
              </a:rPr>
              <a:t>05 / LIVE RESULT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" y="1115568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</a:rPr>
              <a:t>$0.39 of proof spend controls $50K of exposure.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" y="2596896"/>
            <a:ext cx="5257800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In the high-value reserve scenario, DisburseGuard limits a $75,000 request to $25,000 and keeps the remaining $50,000 blocked until stronger proof arrives.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4672" y="4315968"/>
            <a:ext cx="2971800" cy="1078992"/>
          </a:xfrm>
          <a:prstGeom prst="roundRect">
            <a:avLst>
              <a:gd name="adj" fmla="val 1525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4489704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$50K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4928616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BEAFE"/>
                </a:solidFill>
              </a:rPr>
              <a:t>capital controlled before payout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629400" y="932688"/>
            <a:ext cx="4389120" cy="455371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22592" y="1426464"/>
            <a:ext cx="3657600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requested: $75K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proof spend: $0.39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approved: $25K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held: $50K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49440" y="5157216"/>
            <a:ext cx="3520440" cy="0"/>
          </a:xfrm>
          <a:prstGeom prst="line">
            <a:avLst/>
          </a:prstGeom>
          <a:noFill/>
          <a:ln w="38100">
            <a:solidFill>
              <a:srgbClr val="36C7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78440" y="6080760"/>
            <a:ext cx="4389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5 / 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5992" cy="6035040"/>
          </a:xfrm>
          <a:prstGeom prst="rect">
            <a:avLst>
              <a:gd name="adj" fmla="val 2727"/>
            </a:avLst>
          </a:prstGeom>
          <a:solidFill>
            <a:srgbClr val="FFFBF2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77724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5BFF"/>
                </a:solidFill>
              </a:rPr>
              <a:t>06 / VERIFIABLE LEDGER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" y="1115568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</a:rPr>
              <a:t>Every decision becomes a public verification object.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" y="2596896"/>
            <a:ext cx="5257800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The ClearancePacket carries proof hashes, policy version, expiry, rationale, public key, and signature. The Vultr Postgres ledger chains every event hash.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4672" y="4315968"/>
            <a:ext cx="2971800" cy="1078992"/>
          </a:xfrm>
          <a:prstGeom prst="roundRect">
            <a:avLst>
              <a:gd name="adj" fmla="val 1525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4489704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valid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4928616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BEAFE"/>
                </a:solidFill>
              </a:rPr>
              <a:t>packet signature and event chain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629400" y="932688"/>
            <a:ext cx="4389120" cy="455371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22592" y="1426464"/>
            <a:ext cx="3657600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production-key signing mode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append-only event hashes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/api/clearance/:id/verify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49440" y="5157216"/>
            <a:ext cx="3520440" cy="0"/>
          </a:xfrm>
          <a:prstGeom prst="line">
            <a:avLst/>
          </a:prstGeom>
          <a:noFill/>
          <a:ln w="38100">
            <a:solidFill>
              <a:srgbClr val="245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78440" y="6080760"/>
            <a:ext cx="4389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6 / 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5992" cy="6035040"/>
          </a:xfrm>
          <a:prstGeom prst="rect">
            <a:avLst>
              <a:gd name="adj" fmla="val 2727"/>
            </a:avLst>
          </a:prstGeom>
          <a:solidFill>
            <a:srgbClr val="FFFBF2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77724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4AFF"/>
                </a:solidFill>
              </a:rPr>
              <a:t>07 / WHY IT WINS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" y="1115568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</a:rPr>
              <a:t>A payment primitive for agentic finance, not a generic dashboard.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04672" y="2596896"/>
            <a:ext cx="5257800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DisburseGuard aligns the strongest hackathon surfaces: x402 paid proof gates, Gemini extraction, Vultr deployment, B2B FinOps, compliance, and a multi-step agent workflow.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4672" y="4315968"/>
            <a:ext cx="2971800" cy="1078992"/>
          </a:xfrm>
          <a:prstGeom prst="roundRect">
            <a:avLst>
              <a:gd name="adj" fmla="val 1525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4489704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live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4928616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BEAFE"/>
                </a:solidFill>
              </a:rPr>
              <a:t>public Vultr deployment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629400" y="932688"/>
            <a:ext cx="4389120" cy="455371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22592" y="1426464"/>
            <a:ext cx="3657600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x402: proof purchase primitive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Gemini: structured intake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Vultr: deployed ledger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- FinOps: payout control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49440" y="5157216"/>
            <a:ext cx="3520440" cy="0"/>
          </a:xfrm>
          <a:prstGeom prst="line">
            <a:avLst/>
          </a:prstGeom>
          <a:noFill/>
          <a:ln w="38100">
            <a:solidFill>
              <a:srgbClr val="6D4A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78440" y="6080760"/>
            <a:ext cx="43891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7 / 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DisburseGuard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DisburseGuard</dc:title>
  <dc:subject>AI Agent Olympics submission deck</dc:subject>
  <dc:creator>DisburseGuard</dc:creator>
  <cp:lastModifiedBy>DisburseGuard</cp:lastModifiedBy>
  <cp:revision>1</cp:revision>
  <dcterms:created xsi:type="dcterms:W3CDTF">2026-05-19T09:09:46Z</dcterms:created>
  <dcterms:modified xsi:type="dcterms:W3CDTF">2026-05-19T09:09:46Z</dcterms:modified>
</cp:coreProperties>
</file>