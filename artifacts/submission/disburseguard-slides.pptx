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191B17"/>
          </a:solidFill>
          <a:ln w="12700">
            <a:solidFill>
              <a:srgbClr val="393A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00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B98B"/>
                </a:solidFill>
              </a:rPr>
              <a:t>DISBURSEGUARD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653796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4F1E9"/>
                </a:solidFill>
              </a:rPr>
              <a:t>Proof-Paid Treasury Firewall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21792" y="2423160"/>
            <a:ext cx="598932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AA79D"/>
                </a:solidFill>
              </a:rPr>
              <a:t>No proof, no payout. AI payout agents must buy, verify, sign, and ledger proof before company money can move.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52360" y="960120"/>
            <a:ext cx="3886200" cy="4480560"/>
          </a:xfrm>
          <a:prstGeom prst="rect">
            <a:avLst/>
          </a:prstGeom>
          <a:solidFill>
            <a:srgbClr val="20231D"/>
          </a:solidFill>
          <a:ln w="12700">
            <a:solidFill>
              <a:srgbClr val="8BD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1417320"/>
            <a:ext cx="3246120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1E9"/>
                </a:solidFill>
              </a:rPr>
              <a:t>• x402-style paid proof gates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1E9"/>
                </a:solidFill>
              </a:rPr>
              <a:t>• Gemini extraction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1E9"/>
                </a:solidFill>
              </a:rPr>
              <a:t>• Vultr-backed ledger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716768" y="60807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98B"/>
                </a:solidFill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191B17"/>
          </a:solidFill>
          <a:ln w="12700">
            <a:solidFill>
              <a:srgbClr val="393A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00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B98B"/>
                </a:solidFill>
              </a:rPr>
              <a:t>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653796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4F1E9"/>
                </a:solidFill>
              </a:rPr>
              <a:t>Autonomous agents can move faster than treasury controls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21792" y="2423160"/>
            <a:ext cx="598932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AA79D"/>
                </a:solidFill>
              </a:rPr>
              <a:t>AI agents can parse invoices and trigger workflows, but most financial controls still rely on after-the-fact dashboards or human review queues.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52360" y="960120"/>
            <a:ext cx="3886200" cy="4480560"/>
          </a:xfrm>
          <a:prstGeom prst="rect">
            <a:avLst/>
          </a:prstGeom>
          <a:solidFill>
            <a:srgbClr val="20231D"/>
          </a:solidFill>
          <a:ln w="12700">
            <a:solidFill>
              <a:srgbClr val="393A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1417320"/>
            <a:ext cx="3246120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1E9"/>
                </a:solidFill>
              </a:rPr>
              <a:t>• Risk appears before audit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1E9"/>
                </a:solidFill>
              </a:rPr>
              <a:t>• Summaries are not proof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1E9"/>
                </a:solidFill>
              </a:rPr>
              <a:t>• Payment authorization needs an enforceable pre-payout gate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716768" y="60807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98B"/>
                </a:solidFill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191B17"/>
          </a:solidFill>
          <a:ln w="12700">
            <a:solidFill>
              <a:srgbClr val="393A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00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B98B"/>
                </a:solidFill>
              </a:rPr>
              <a:t>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653796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4F1E9"/>
                </a:solidFill>
              </a:rPr>
              <a:t>Turn proof into a paid prerequisite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21792" y="2423160"/>
            <a:ext cx="598932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AA79D"/>
                </a:solidFill>
              </a:rPr>
              <a:t>The agent must request protected evidence endpoints, receive HTTP 402 payment metadata, buy proof receipts, and only then ask Policy Guard to decide.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52360" y="960120"/>
            <a:ext cx="3886200" cy="4480560"/>
          </a:xfrm>
          <a:prstGeom prst="rect">
            <a:avLst/>
          </a:prstGeom>
          <a:solidFill>
            <a:srgbClr val="20231D"/>
          </a:solidFill>
          <a:ln w="12700">
            <a:solidFill>
              <a:srgbClr val="393A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1417320"/>
            <a:ext cx="3246120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1E9"/>
                </a:solidFill>
              </a:rPr>
              <a:t>• Vendor-risk proof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1E9"/>
                </a:solidFill>
              </a:rPr>
              <a:t>• Recipient-match proof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1E9"/>
                </a:solidFill>
              </a:rPr>
              <a:t>• Sanctions-screen proof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1E9"/>
                </a:solidFill>
              </a:rPr>
              <a:t>• Delivery-attestation proof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716768" y="60807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98B"/>
                </a:solidFill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191B17"/>
          </a:solidFill>
          <a:ln w="12700">
            <a:solidFill>
              <a:srgbClr val="393A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00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B98B"/>
                </a:solidFill>
              </a:rPr>
              <a:t>AGENT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653796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4F1E9"/>
                </a:solidFill>
              </a:rPr>
              <a:t>Every payout becomes a verifiable clearance run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21792" y="2423160"/>
            <a:ext cx="598932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AA79D"/>
                </a:solidFill>
              </a:rPr>
              <a:t>Payout intent -&gt; Gemini extraction -&gt; proof plan -&gt; x402 proof gate -&gt; paid receipts -&gt; policy decision -&gt; signed ClearancePacket -&gt; ledger verification.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52360" y="960120"/>
            <a:ext cx="3886200" cy="4480560"/>
          </a:xfrm>
          <a:prstGeom prst="rect">
            <a:avLst/>
          </a:prstGeom>
          <a:solidFill>
            <a:srgbClr val="20231D"/>
          </a:solidFill>
          <a:ln w="12700">
            <a:solidFill>
              <a:srgbClr val="393A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1417320"/>
            <a:ext cx="3246120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1E9"/>
                </a:solidFill>
              </a:rPr>
              <a:t>• Agent acts, not just displays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1E9"/>
                </a:solidFill>
              </a:rPr>
              <a:t>• Proof spend can stop after hard-risk signal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1E9"/>
                </a:solidFill>
              </a:rPr>
              <a:t>• Receipts are hash-linked into the decision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716768" y="60807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98B"/>
                </a:solidFill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191B17"/>
          </a:solidFill>
          <a:ln w="12700">
            <a:solidFill>
              <a:srgbClr val="393A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00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B98B"/>
                </a:solidFill>
              </a:rPr>
              <a:t>LIVE DEMO RESULT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653796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4F1E9"/>
                </a:solidFill>
              </a:rPr>
              <a:t>$0.39 of proof controls $50,000 of capital exposure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21792" y="2423160"/>
            <a:ext cx="598932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AA79D"/>
                </a:solidFill>
              </a:rPr>
              <a:t>In the high-value scenario, DisburseGuard caps a $75,000 request to $25,000, signs the packet with a production key, and verifies the event chain.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52360" y="960120"/>
            <a:ext cx="3886200" cy="4480560"/>
          </a:xfrm>
          <a:prstGeom prst="rect">
            <a:avLst/>
          </a:prstGeom>
          <a:solidFill>
            <a:srgbClr val="20231D"/>
          </a:solidFill>
          <a:ln w="12700">
            <a:solidFill>
              <a:srgbClr val="393A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1417320"/>
            <a:ext cx="3246120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1E9"/>
                </a:solidFill>
              </a:rPr>
              <a:t>• Requested: USD 75,000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1E9"/>
                </a:solidFill>
              </a:rPr>
              <a:t>• Authorized: USD 25,000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1E9"/>
                </a:solidFill>
              </a:rPr>
              <a:t>• Ledger: postgres-drizzle valid chain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716768" y="60807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98B"/>
                </a:solidFill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191B17"/>
          </a:solidFill>
          <a:ln w="12700">
            <a:solidFill>
              <a:srgbClr val="393A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00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B98B"/>
                </a:solidFill>
              </a:rPr>
              <a:t>WHY IT WINS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653796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4F1E9"/>
                </a:solidFill>
              </a:rPr>
              <a:t>A protocol-shaped product, not another dashboard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21792" y="2423160"/>
            <a:ext cx="598932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AA79D"/>
                </a:solidFill>
              </a:rPr>
              <a:t>DisburseGuard creates an economic enforcement loop for AI finance: spend cents on paid proof before releasing thousands in company funds.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52360" y="960120"/>
            <a:ext cx="3886200" cy="4480560"/>
          </a:xfrm>
          <a:prstGeom prst="rect">
            <a:avLst/>
          </a:prstGeom>
          <a:solidFill>
            <a:srgbClr val="20231D"/>
          </a:solidFill>
          <a:ln w="12700">
            <a:solidFill>
              <a:srgbClr val="393A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1417320"/>
            <a:ext cx="3246120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1E9"/>
                </a:solidFill>
              </a:rPr>
              <a:t>• Strong x402 fit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1E9"/>
                </a:solidFill>
              </a:rPr>
              <a:t>• B2B FinOps and compliance use case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4F1E9"/>
                </a:solidFill>
              </a:rPr>
              <a:t>• Public Vultr deployment with verifiable APIs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716768" y="60807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98B"/>
                </a:solidFill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DisburseGuard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DisburseGuard</dc:title>
  <dc:subject>AI Agent Olympics submission deck</dc:subject>
  <dc:creator>DisburseGuard</dc:creator>
  <cp:lastModifiedBy>DisburseGuard</cp:lastModifiedBy>
  <cp:revision>1</cp:revision>
  <dcterms:created xsi:type="dcterms:W3CDTF">2026-05-19T08:05:43Z</dcterms:created>
  <dcterms:modified xsi:type="dcterms:W3CDTF">2026-05-19T08:05:43Z</dcterms:modified>
</cp:coreProperties>
</file>